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409f188484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409f188484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</a:t>
            </a:r>
            <a:r>
              <a:rPr lang="en"/>
              <a:t>slide</a:t>
            </a:r>
            <a:r>
              <a:rPr lang="en"/>
              <a:t> notes.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409f188484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409f188484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slide notes.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409f188484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409f188484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Third slide notes.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.pptx File Inclusion &amp; Handling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Why, How, and When of .pptx File Inclusion &amp; Handling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Explanation of Why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Here is a test file to text .docx file type inclusion and handling for the new github_docs data ingestion connector.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Explanation of How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.docx and .pptx files are binary encoding and require incorporation and use of the base64 Python library to convert binary to text.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Explanation of When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This conversion takes place during connector run so that actual text content and not binary can land in the Databricks table.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